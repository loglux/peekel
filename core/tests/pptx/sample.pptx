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</p:sp>
      <p:sp>
        <p:nvSpPr>
          <p:cNvPr id="3" name="Body"/>
          <p:cNvSpPr/>
          <p:nvPr>
            <p:ph idx="1"/>
          </p:nvPr>
        </p:nvSpPr>
        <p:spPr>
          <a:xfrm>
            <a:off x="838200" y="1825625"/>
            <a:ext cx="10515600" cy="2400000"/>
          </a:xfrm>
        </p:spPr>
      </p:sp>
    </p:spTree>
  </p:cSld>
</p:sldLayout>
</file>

<file path=ppt/slideMasters/_rels/slideMaster1.xml.rels>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sp>
        <p:nvSpPr>
          <p:cNvPr id="2" name="Stripe"/>
          <p:cNvSpPr/>
          <p:nvPr/>
        </p:nvSpPr>
        <p:spPr>
          <a:xfrm>
            <a:off x="0" y="6600000"/>
            <a:ext cx="12192000" cy="258000"/>
          </a:xfrm>
          <a:solidFill>
            <a:schemeClr val="accent1"/>
          </a:solidFill>
        </p:spPr>
      </p:sp>
    </p:spTree>
  </p:cSld>
  <p:clrMap bg1="lt1" tx1="dk1" bg2="lt2" tx2="dk2"/>
  <p:txStyles>
    <p:titleStyle>
      <a:lvl1pPr algn="l">
        <a:defRPr sz="4400">
          <a:solidFill>
            <a:schemeClr val="tx1"/>
          </a:solidFill>
        </a:defRPr>
      </a:lvl1pPr>
    </p:titleStyle>
    <p:bodyStyle>
      <a:lvl1pPr marL="228600" indent="-228600">
        <a:spcBef>
          <a:spcPts val="1000"/>
        </a:spcBef>
        <a:buChar char="•"/>
        <a:defRPr sz="2800"/>
      </a:lvl1pPr>
      <a:lvl2pPr marL="685800" indent="-228600">
        <a:buChar char="–"/>
        <a:defRPr sz="2400"/>
      </a:lvl2pPr>
    </p:bodyStyle>
    <p:otherStyle>
      <a:lvl1pPr>
        <a:defRPr sz="1800"/>
      </a:lvl1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Quarterly results</a:t>
            </a:r>
          </a:p>
        </p:txBody>
      </p:sp>
      <p:sp>
        <p:nvSpPr>
          <p:cNvPr id="3" name="Body"/>
          <p:cNvSpPr/>
          <p:nvPr>
            <p:ph idx="1"/>
          </p:nvPr>
        </p:nvSpPr>
        <p:spPr/>
        <p:txBody>
          <a:bodyPr>
            <a:normAutofit fontScale="92500"/>
          </a:bodyPr>
          <a:p>
            <a:r>
              <a:t>Revenue grew by twelve percent over the quarter</a:t>
            </a:r>
          </a:p>
          <a:p>
            <a:r>
              <a:rPr b="1"/>
              <a:t>Costs</a:t>
            </a:r>
            <a:r>
              <a:t> stayed flat, which is the good news of the year</a:t>
            </a:r>
          </a:p>
          <a:p>
            <a:pPr lvl="1"/>
            <a:r>
              <a:t>A second level point</a:t>
            </a:r>
          </a:p>
        </p:txBody>
      </p:sp>
      <p:sp>
        <p:nvSpPr>
          <p:cNvPr id="4" name="Badge"/>
          <p:cNvSpPr/>
          <p:nvPr/>
        </p:nvSpPr>
        <p:spPr>
          <a:xfrm>
            <a:off x="9000000" y="5200000"/>
            <a:ext cx="2400000" cy="1000000"/>
          </a:xfrm>
          <a:prstGeom prst="ellipse"/>
          <a:solidFill>
            <a:schemeClr val="accent2"/>
          </a:solidFill>
          <a:ln>
            <a:noFill/>
          </a:ln>
        </p:spPr>
        <p:txBody>
          <a:bodyPr anchor="ctr"/>
          <a:p>
            <a:pPr algn="ctr"/>
            <a:r>
              <a:rPr sz="2000" b="1">
                <a:solidFill>
                  <a:srgbClr val="FFFFFF"/>
                </a:solidFill>
              </a:rPr>
              <a:t>+12%</a:t>
            </a:r>
          </a:p>
        </p:txBody>
      </p:sp>
      <p:graphicFrame>
        <p:nvGraphicFramePr>
          <p:cNvPr id="5" name="Table"/>
          <p:cNvGraphicFramePr/>
          <p:nvPr/>
        </p:nvGraphicFramePr>
        <p:xfrm>
          <a:off x="800000" y="4300000"/>
          <a:ext cx="6000000" cy="900000"/>
        </p:xfrm>
        <a:graphic>
          <a:graphicData>
            <a:tbl>
              <a:tblGrid>
                <a:gridCol w="2000000"/>
                <a:gridCol w="2000000"/>
                <a:gridCol w="2000000"/>
              </a:tblGrid>
              <a:tr h="400000">
                <a:tc>
                  <a:txBody>
                    <a:bodyPr/>
                    <a:p>
                      <a:r>
                        <a:rPr sz="1400" b="1"/>
                        <a:t>Region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p>
                      <a:r>
                        <a:rPr sz="1400" b="1"/>
                        <a:t>Q3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p>
                      <a:r>
                        <a:rPr sz="1400" b="1"/>
                        <a:t>Q4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00000">
                <a:tc>
                  <a:txBody>
                    <a:bodyPr/>
                    <a:p>
                      <a:r>
                        <a:rPr sz="140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4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400"/>
                        <a:t>134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>
  <a:themeElements>
    <a:clrScheme name="t">
      <a:dk1>
        <a:srgbClr val="000000"/>
      </a:dk1>
      <a:lt1>
        <a:srgbClr val="FFFFFF"/>
      </a:lt1>
      <a:dk2>
        <a:srgbClr val="1F3864"/>
      </a:dk2>
      <a:lt2>
        <a:srgbClr val="E7E6E6"/>
      </a:lt2>
      <a:accent1>
        <a:srgbClr val="4472C4"/>
      </a:accent1>
      <a:accent2>
        <a:srgbClr val="ED7D31"/>
      </a:accent2>
    </a:clrScheme>
  </a:themeElements>
</a:theme>
</file>